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Приветствие. Назовите тему — это итоговый проект курса Python Advanced. 15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Представьтесь: имя, откуда пришли, зачем изучаете Python. 30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Кратко: что это за продукт и какие 4 ключевые возможности. 20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контейнера в Docker Compose: Nginx → FastAPI → PostgreSQL. 25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реальные трудности. Расскажи своими словами — как нашёл решение. 35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разделена на три части: корень с Docker-файлами, backend/app со слоями, static и tests. 20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Регистрации нет по ТЗ. seed_db.py создаёт всех пользователей. Авторизация — api-key в заголовке. 30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 разбит на слои. Три инструмента качества: mypy, flake8, black. 25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слайд: цифры и стек. Закончите уверенно — «готов к вопросам». 20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Сервис микроблогов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аналог Twitter на FastAPI + PostgreSQL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проект · Python Advanced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себе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Михаил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7320" y="21031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Сфера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Общепит / торговля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92024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945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91840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Skillbox · диплом Python Advanced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26480" y="1920240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2103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945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126480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Сменить профессию: из кальянного мастера — в разработчики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Бизнесмен хочет свой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корпоративный Twitter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441448"/>
            <a:ext cx="256032" cy="25603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774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Твиты с картинками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008376"/>
            <a:ext cx="256032" cy="25603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443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Лайки и лента по популярности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575304"/>
            <a:ext cx="256032" cy="25603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1129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Подписки на коллег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42232"/>
            <a:ext cx="256032" cy="25603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7822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через api-key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системы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14600" cy="3474720"/>
          </a:xfrm>
          <a:prstGeom prst="roundRect">
            <a:avLst>
              <a:gd name="adj" fmla="val 5455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48740" y="1097280"/>
            <a:ext cx="731520" cy="7315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70432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11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nginx_web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514600"/>
            <a:ext cx="2514600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 (static/)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медиа + проксирование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914400"/>
            <a:ext cx="2514600" cy="347472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37660" y="1097280"/>
            <a:ext cx="731520" cy="7315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170432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2011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twitter_app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246120" y="2514600"/>
            <a:ext cx="2514600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бизнес-логика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914400"/>
            <a:ext cx="2514600" cy="3474720"/>
          </a:xfrm>
          <a:prstGeom prst="roundRect">
            <a:avLst>
              <a:gd name="adj" fmla="val 545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26580" y="1097280"/>
            <a:ext cx="731520" cy="7315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170432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35040" y="2011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twitter_db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035040" y="2514600"/>
            <a:ext cx="2514600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твиты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Лайки, подписки, медиа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2971800" y="2651760"/>
            <a:ext cx="274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ysDash"/>
          </a:ln>
        </p:spPr>
      </p:sp>
      <p:sp>
        <p:nvSpPr>
          <p:cNvPr id="19" name="Shape 14"/>
          <p:cNvSpPr/>
          <p:nvPr/>
        </p:nvSpPr>
        <p:spPr>
          <a:xfrm>
            <a:off x="5760720" y="2651760"/>
            <a:ext cx="2743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ysDash"/>
          </a:ln>
        </p:spPr>
      </p:sp>
      <p:sp>
        <p:nvSpPr>
          <p:cNvPr id="20" name="Text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контейнеры · запуск: docker compose up -d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чем пришлось бороться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078992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51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Непонятный static/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30352" y="1508760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Собранный фронтенд лежал как чёрный ящик. Разобрался, как его подключить — спасением стал nginx.conf.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9144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078992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49240" y="10515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Картинки на фронте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828032" y="1508760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было подружить фронт с бэком для показа медиа. Менять фронт нельзя по ТЗ — искал обходной путь через бэкенд.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65760" y="283464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99232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2971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Авторизация api-key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30352" y="3429000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 не хотел передавать api-key в бэкенд. Долго разбирался, как правильно пробросить заголовок.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663440" y="283464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99232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49240" y="297180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nginx.conf и медиафайлы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828032" y="3429000"/>
            <a:ext cx="3639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на размер загружаемых картинок (10 МБ) и настройка путей, чтобы nginx находил нужный файл.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CADCFC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проекта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274320" y="804672"/>
            <a:ext cx="2834640" cy="40690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python_advanced_diploma/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1499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 приложения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1801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0025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PostgreSQL + nginx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3042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nginx.conf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Nginx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28072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seed_db.py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008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наполнение БД данными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requirements*.txt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511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зависимости prod / dev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mypy.ini  /  .flake8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0142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конфиги линтеров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91840" y="804672"/>
            <a:ext cx="2834640" cy="40690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2900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backend/app/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29000" y="1298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29000" y="14813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FastAPI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29000" y="1682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29000" y="18653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env, DB URL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29000" y="2066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429000" y="22494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PostgreSQL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29000" y="2450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29000" y="26334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· medias · users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29000" y="2834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29000" y="30175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tweet_service · user_service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29000" y="32186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429000" y="34015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User·Tweet·Like·Follow·Media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29000" y="36027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schemas/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429000" y="3785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Pydantic-схемы для Swagger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29000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middlewares/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29000" y="41696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api-key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29000" y="43708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media/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29000" y="455371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сохранённые картинки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309360" y="804672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446520" y="868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static/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46520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Собранный фронтенд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46520" y="1536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 ·  css/  ·  js/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446520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отдаётся через Nginx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9360" y="2834640"/>
            <a:ext cx="25603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446520" y="2898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tests/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46520" y="327355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test_tweets.py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46520" y="3493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test_follow.py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46520" y="3712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test_users.py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446520" y="39684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твиты, подписки, пользователи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Пользователи и авторизация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28090">
              <a:alpha val="70000"/>
            </a:srgbClr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По ТЗ регистрация не предусмотрена — корпоративная сеть.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 создаются через seed_db.py — скрипт наполнения базы.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38528"/>
            <a:ext cx="256032" cy="25603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1109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Очищает существующие данные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256032" cy="25603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2257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пользователей и связи (follow)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256032" cy="25603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340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6974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Добавляет твиты, лайки и привязывает картинки из backend/media/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пользователи: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0D1B4B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5844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Mr.Mace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3547872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0D1B4B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148840" y="35844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SpongeBob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3858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bob-key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3547872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0D1B4B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0" y="35844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858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lev-key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3547872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0D1B4B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32120" y="35844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3858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alice-key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3547872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0D1B4B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23760" y="35844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23760" y="3858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bob2-key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61104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0D1B4B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charlie-key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48840" y="4261104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0D1B4B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148840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48840" y="45720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dana-key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40480" y="4261104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0D1B4B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40480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Екатерина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0" y="45720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katya-key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32120" y="4261104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0D1B4B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32120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32120" y="45720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ivan-key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4261104"/>
            <a:ext cx="1572768" cy="621792"/>
          </a:xfrm>
          <a:prstGeom prst="roundRect">
            <a:avLst>
              <a:gd name="adj" fmla="val 11765"/>
            </a:avLst>
          </a:prstGeom>
          <a:solidFill>
            <a:srgbClr val="0D1B4B"/>
          </a:solidFill>
          <a:ln/>
          <a:effectLst>
            <a:outerShdw sx="100000" sy="100000" kx="0" ky="0" algn="bl" rotWithShape="0" blurRad="63500" dist="12700" dir="2700000">
              <a:srgbClr val="000000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223760" y="42976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Николай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457200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nik-key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Качество кода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508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Роутеры и валидация запросов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21408" y="96012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21408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21408" y="1508760"/>
            <a:ext cx="1508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 изолирована от HTTP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85616" y="96012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85616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85616" y="1508760"/>
            <a:ext cx="1508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ORM-модели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49824" y="96012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9824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9824" y="1508760"/>
            <a:ext cx="1508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Pydantic-схемы для Swagger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14032" y="960120"/>
            <a:ext cx="1508760" cy="237744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14032" y="1051560"/>
            <a:ext cx="150876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14032" y="1508760"/>
            <a:ext cx="1508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через api-key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356616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4133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статическая типизация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56616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flake8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0" y="4133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линтер стиля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566160"/>
            <a:ext cx="2103120" cy="1234440"/>
          </a:xfrm>
          <a:prstGeom prst="roundRect">
            <a:avLst>
              <a:gd name="adj" fmla="val 8889"/>
            </a:avLst>
          </a:prstGeom>
          <a:solidFill>
            <a:srgbClr val="0D1B4B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657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17920" y="4133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автоформаттер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-365760"/>
            <a:ext cx="2560320" cy="256032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840480"/>
            <a:ext cx="2194560" cy="2194560"/>
          </a:xfrm>
          <a:prstGeom prst="ellipse">
            <a:avLst/>
          </a:prstGeom>
          <a:solidFill>
            <a:srgbClr val="065A82">
              <a:alpha val="28000"/>
            </a:srgbClr>
          </a:solidFill>
          <a:ln w="12700">
            <a:solidFill>
              <a:srgbClr val="065A82">
                <a:alpha val="2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4FC3F7">
              <a:alpha val="18000"/>
            </a:srgbClr>
          </a:solidFill>
          <a:ln w="12700">
            <a:solidFill>
              <a:srgbClr val="4FC3F7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82880" y="3474720"/>
            <a:ext cx="1463040" cy="146304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4389120"/>
            <a:ext cx="1097280" cy="109728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получилось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4FC3F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4FC3F7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0241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API-эндпоинтов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9601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4FC3F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4FC3F7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0241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606040" y="1901952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БД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4FC3F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4FC3F7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0241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754880" y="1901952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контейнера Docker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9601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4FC3F7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2700000">
              <a:srgbClr val="4FC3F7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02412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FC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903720" y="1901952"/>
            <a:ext cx="19202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запуска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SQLAlchemy async  ·  PostgreSQL  ·  Nginx  ·  Docker Compose  ·  pytest  ·  flake8  ·  mypy</a:t>
            </a:r>
            <a:endParaRPr lang="en-US" sz="13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456432"/>
            <a:ext cx="320040" cy="320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34015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8 функциональных требований реализованы</a:t>
            </a:r>
            <a:endParaRPr lang="en-US" sz="15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41064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3886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доступен сразу после запуска</a:t>
            </a:r>
            <a:endParaRPr lang="en-US" sz="15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25696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14400" y="43708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тестами + линтеры без ошибок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Сервис микроблогов</dc:title>
  <dc:subject>PptxGenJS Presentation</dc:subject>
  <dc:creator>PptxGenJS</dc:creator>
  <cp:lastModifiedBy>PptxGenJS</cp:lastModifiedBy>
  <cp:revision>1</cp:revision>
  <dcterms:created xsi:type="dcterms:W3CDTF">2026-06-16T11:54:20Z</dcterms:created>
  <dcterms:modified xsi:type="dcterms:W3CDTF">2026-06-16T11:54:20Z</dcterms:modified>
</cp:coreProperties>
</file>